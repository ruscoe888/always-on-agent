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41278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1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OPS TEAM BRIEFING — ALWAYS-ON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35"/>
                </a:solidFill>
                <a:latin typeface="Calibri"/>
              </a:rPr>
              <a:t>Your triage queue now has a first responder.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77777"/>
                </a:solidFill>
                <a:latin typeface="Calibri"/>
              </a:rPr>
              <a:t>An automated agent now runs every four hours and does the first pass on every open incident — severity assignment, runbook lookup, deploy correlation, and compliance checks. This brief explains what it does, what it creates, and what you need to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LABELS IT CREATES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47872"/>
            <a:ext cx="2606040" cy="384048"/>
          </a:xfrm>
          <a:prstGeom prst="rect">
            <a:avLst/>
          </a:prstGeom>
          <a:solidFill>
            <a:srgbClr val="0C0C0C"/>
          </a:solidFill>
          <a:ln w="9525">
            <a:solidFill>
              <a:srgbClr val="1D7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62102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76DB"/>
                </a:solidFill>
                <a:latin typeface="Courier New"/>
              </a:rPr>
              <a:t>ops-agent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547872"/>
            <a:ext cx="2606040" cy="384048"/>
          </a:xfrm>
          <a:prstGeom prst="rect">
            <a:avLst/>
          </a:prstGeom>
          <a:solidFill>
            <a:srgbClr val="0C0C0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62102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ourier New"/>
              </a:rPr>
              <a:t>agent-triage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547872"/>
            <a:ext cx="2606040" cy="384048"/>
          </a:xfrm>
          <a:prstGeom prst="rect">
            <a:avLst/>
          </a:prstGeom>
          <a:solidFill>
            <a:srgbClr val="0C0C0C"/>
          </a:solidFill>
          <a:ln w="9525">
            <a:solidFill>
              <a:srgbClr val="29B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62102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9B6F6"/>
                </a:solidFill>
                <a:latin typeface="Courier New"/>
              </a:rPr>
              <a:t>agent-correlation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547872"/>
            <a:ext cx="2606040" cy="384048"/>
          </a:xfrm>
          <a:prstGeom prst="rect">
            <a:avLst/>
          </a:prstGeom>
          <a:solidFill>
            <a:srgbClr val="0C0C0C"/>
          </a:solidFill>
          <a:ln w="9525">
            <a:solidFill>
              <a:srgbClr val="BA6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362102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68C8"/>
                </a:solidFill>
                <a:latin typeface="Courier New"/>
              </a:rPr>
              <a:t>agent-compliance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251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github.com/ruscoe888/always-on-agent → Issues → filter: label:ops-agent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RUNS 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091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Calibri"/>
              </a:rPr>
              <a:t>00:17 · 04:17 · 08:17 · 12:17 · 16:17 · 20:17 UTC (every 4 hours)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82557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WHAT CHANGED FOR YOUR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6B35"/>
                </a:solidFill>
                <a:latin typeface="Calibri"/>
              </a:rPr>
              <a:t>Your morning looked different yesterday.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577840" cy="4709160"/>
          </a:xfrm>
          <a:prstGeom prst="rect">
            <a:avLst/>
          </a:prstGeom>
          <a:solidFill>
            <a:srgbClr val="100606"/>
          </a:solidFill>
          <a:ln w="9525">
            <a:solidFill>
              <a:srgbClr val="35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1744"/>
                </a:solidFill>
                <a:latin typeface="Courier New"/>
              </a:rPr>
              <a:t>BEFORE — Manual First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Alert fires. Engineer reads it, decides if real. 5–15 min before anyone 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7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2724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Search Confluence for the runbook. Hope it's up to 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31335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7705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Manually check deploy logs: 'did anything go out?'. Another 10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81144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26864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Vendor compliance? Reviewed once at signing, never touched again.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30952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37667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2am incident sits untriaged until standup. Customer has escalated.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920240"/>
            <a:ext cx="5577840" cy="4709160"/>
          </a:xfrm>
          <a:prstGeom prst="rect">
            <a:avLst/>
          </a:prstGeom>
          <a:solidFill>
            <a:srgbClr val="061006"/>
          </a:solidFill>
          <a:ln w="9525">
            <a:solidFill>
              <a:srgbClr val="10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9933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  <a:latin typeface="Courier New"/>
              </a:rPr>
              <a:t>AFTER — Agent First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317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Within 4 hours of any new incident, the agent has read it, assigned severity, and filed a GitHub Issue.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12724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The issue body already contains the matching runbook and specific fix steps.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31335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87705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If a deploy in the last 48 hours could have caused it, the agent has already identified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81144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⚖️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626864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Vendor contracts are re-audited on every run. New violations filed automatically.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330952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D8D8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37667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Your team arrives to a pre-triaged queue. You decide what to act on, not what to 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23836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HOW TO USE THIS IN YOUR DAILY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B35"/>
                </a:solidFill>
                <a:latin typeface="Calibri"/>
              </a:rPr>
              <a:t>Reading an agent-filed issue.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943600" cy="71323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B35"/>
                </a:solidFill>
                <a:latin typeface="Courier New"/>
              </a:rPr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[Agent Triage] in the title = agent filed it. Severity (P1) is in the title — scan the list without opening each issue.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24912"/>
            <a:ext cx="5943600" cy="71323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24912"/>
            <a:ext cx="54864" cy="71323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9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9B6F6"/>
                </a:solidFill>
                <a:latin typeface="Courier New"/>
              </a:rPr>
              <a:t>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Agent's assigned severity with reasoning. Treat as an informed first opinion — override it if wrong and leave a comment.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5943600" cy="71323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9584"/>
            <a:ext cx="54864" cy="7132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844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  <a:latin typeface="Courier New"/>
              </a:rPr>
              <a:t>RUNBOOK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770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Matched runbook file + fix steps. If 'No matching runbook found': incident is novel, diagnose manually, consider adding a runbook.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34256"/>
            <a:ext cx="5943600" cy="713232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34256"/>
            <a:ext cx="54864" cy="7132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ourier New"/>
              </a:rPr>
              <a:t>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817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Which on-call team to page. Check this first for P0/P1 — agent has identified the right team from the service area.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12080"/>
            <a:ext cx="5943600" cy="548640"/>
          </a:xfrm>
          <a:prstGeom prst="rect">
            <a:avLst/>
          </a:prstGeom>
          <a:solidFill>
            <a:srgbClr val="120802"/>
          </a:solidFill>
          <a:ln w="9525">
            <a:solidFill>
              <a:srgbClr val="402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8523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D8D8"/>
                </a:solidFill>
                <a:latin typeface="Calibri"/>
              </a:rPr>
              <a:t>Important: The agent files issues — it does not close them. Once resolved, close the GitHub Issue manually. This keeps the dashboard accurate.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828800"/>
            <a:ext cx="5029200" cy="4114800"/>
          </a:xfrm>
          <a:prstGeom prst="rect">
            <a:avLst/>
          </a:prstGeom>
          <a:solidFill>
            <a:srgbClr val="0A0A0A"/>
          </a:solidFill>
          <a:ln w="9525">
            <a:solidFill>
              <a:srgbClr val="301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190195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[Agent Triage] PROD-4521: NullPointerException
in PaymentService at checkout (P0)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6060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Severity: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606040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P0 — Active outage. p99 8.2s. Error rate +340%.
2,400 checkouts affected. Revenue impact ongoing.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355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Runbook: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355848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✅ runbooks/payment-service-degraded.md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1056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Action: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05656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1. payment-service v4.8.2 deployed 14 min before
2. NPE at PaymentService.java:142 — null in guest checkout
3. Rollback to v4.8.1 ← RECOMMENDED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855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Escalate: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55464"/>
            <a:ext cx="3611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#payments-oncall — page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96511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REFERENCE — SEVERITY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B35"/>
                </a:solidFill>
                <a:latin typeface="Calibri"/>
              </a:rPr>
              <a:t>What P0–P3 means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SEV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9019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019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9019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YOUR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9019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10058400" cy="109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10058400" cy="86868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39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1744"/>
                </a:solidFill>
                <a:latin typeface="Courier New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404872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Active revenue-impacting outage. Multiple customers or entire service 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04872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PROD-4521: PaymentService NPE. 2,400 checkouts broken.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404872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Page on-call immediately. Incident bridge.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04872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Ack 15min. Update every 30min.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38727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ourier New"/>
              </a:rP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337560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Single enterprise customer affected, or significant degradation with workaround.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337560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PROD-4487: Acme Corp checkout broken. CTO on 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3337560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Page on-call + notify CSM within 1h.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337560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Ack 1h. Fix/workaround 4h.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97096"/>
            <a:ext cx="10058400" cy="86868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7141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E300"/>
                </a:solidFill>
                <a:latin typeface="Courier New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270248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Intermittent degradation. Limited blast radius. Self-recovering.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270248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PROD-4498: Login 502s in 30s windows, self-resolving.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270248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Assign to next sprint / on-call team.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270248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Ack 24h. Fix in 5 biz days.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04103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Courier New"/>
              </a:rP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202936"/>
            <a:ext cx="2194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Feature request, minor inconvenience, no customer impact.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202936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PROD-4506: Parallel batch job support — internal.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202936"/>
            <a:ext cx="2651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Route to product backlog. No urgency.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202936"/>
            <a:ext cx="1645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No SLA.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26480"/>
            <a:ext cx="10058400" cy="502920"/>
          </a:xfrm>
          <a:prstGeom prst="rect">
            <a:avLst/>
          </a:prstGeom>
          <a:solidFill>
            <a:srgbClr val="120802"/>
          </a:solidFill>
          <a:ln w="9525">
            <a:solidFill>
              <a:srgbClr val="402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9963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D8D8"/>
                </a:solidFill>
                <a:latin typeface="Calibri"/>
              </a:rPr>
              <a:t>If you disagree with severity: edit the issue title and leave a comment. The agent deduplicates by PROD-ID so your override is preserved on re-runs.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706394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FIRST RUN RESULTS — WHAT THE AGENT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B35"/>
                </a:solidFill>
                <a:latin typeface="Calibri"/>
              </a:rPr>
              <a:t>20 issues filed. Zero missed.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B35"/>
                </a:solidFill>
                <a:latin typeface="Courier New"/>
              </a:rPr>
              <a:t>TRIAGE (5)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502920" cy="603504"/>
          </a:xfrm>
          <a:prstGeom prst="rect">
            <a:avLst/>
          </a:prstGeom>
          <a:solidFill>
            <a:srgbClr val="120808"/>
          </a:solidFill>
          <a:ln w="9525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2322576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1744"/>
                </a:solidFill>
                <a:latin typeface="Courier New"/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286000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PaymentService NPE — checkouts broken us-east-1 + eu-west-2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79"/>
            <a:ext cx="502920" cy="603504"/>
          </a:xfrm>
          <a:prstGeom prst="rect">
            <a:avLst/>
          </a:prstGeom>
          <a:solidFill>
            <a:srgbClr val="120808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3072384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ourier New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35808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Acme Corp checkout spinner — 2,400 users, CTO escalation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75887"/>
            <a:ext cx="502920" cy="603504"/>
          </a:xfrm>
          <a:prstGeom prst="rect">
            <a:avLst/>
          </a:prstGeom>
          <a:solidFill>
            <a:srgbClr val="120808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3822191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Courier New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85615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Reporting DB timeouts — 3 enterprise customers, 18% errors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25696"/>
            <a:ext cx="502920" cy="603504"/>
          </a:xfrm>
          <a:prstGeom prst="rect">
            <a:avLst/>
          </a:prstGeom>
          <a:solidFill>
            <a:srgbClr val="120808"/>
          </a:solidFill>
          <a:ln w="9525">
            <a:solidFill>
              <a:srgbClr val="FFE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4572000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300"/>
                </a:solidFill>
                <a:latin typeface="Courier New"/>
              </a:rP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35424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Login 502 windows — intermittent, self-resolving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75504"/>
            <a:ext cx="502920" cy="603504"/>
          </a:xfrm>
          <a:prstGeom prst="rect">
            <a:avLst/>
          </a:prstGeom>
          <a:solidFill>
            <a:srgbClr val="120808"/>
          </a:solidFill>
          <a:ln w="9525">
            <a:solidFill>
              <a:srgbClr val="FFE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5321808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300"/>
                </a:solidFill>
                <a:latin typeface="Courier New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285232"/>
            <a:ext cx="2971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Slow image uploads — 30–60s on iOS and Android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1828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9B6F6"/>
                </a:solidFill>
                <a:latin typeface="Courier New"/>
              </a:rPr>
              <a:t>CORRELATIONS (4)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176272"/>
            <a:ext cx="3566160" cy="841248"/>
          </a:xfrm>
          <a:prstGeom prst="rect">
            <a:avLst/>
          </a:prstGeom>
          <a:solidFill>
            <a:srgbClr val="060D12"/>
          </a:solidFill>
          <a:ln w="9525">
            <a:solidFill>
              <a:srgbClr val="10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2311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B6F6"/>
                </a:solidFill>
                <a:latin typeface="Calibri"/>
              </a:rPr>
              <a:t>PROD-4521 ← payment-service v4.8.2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57860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Deployed 14 min before. Rollback available.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163824"/>
            <a:ext cx="3566160" cy="841248"/>
          </a:xfrm>
          <a:prstGeom prst="rect">
            <a:avLst/>
          </a:prstGeom>
          <a:solidFill>
            <a:srgbClr val="060D12"/>
          </a:solidFill>
          <a:ln w="9525">
            <a:solidFill>
              <a:srgbClr val="10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2186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B6F6"/>
                </a:solidFill>
                <a:latin typeface="Calibri"/>
              </a:rPr>
              <a:t>PROD-4487 ← CAUSAL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56616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payment-service v4.8.2 + tenant-config v3.2.1.
Both rollbacks available.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151376"/>
            <a:ext cx="3566160" cy="841248"/>
          </a:xfrm>
          <a:prstGeom prst="rect">
            <a:avLst/>
          </a:prstGeom>
          <a:solidFill>
            <a:srgbClr val="060D12"/>
          </a:solidFill>
          <a:ln w="9525">
            <a:solidFill>
              <a:srgbClr val="10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2062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B6F6"/>
                </a:solidFill>
                <a:latin typeface="Calibri"/>
              </a:rPr>
              <a:t>PROD-4519 ← signing-service v2.1.4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537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URL TTL 3600s→300s. Rollback available.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138928"/>
            <a:ext cx="3566160" cy="841248"/>
          </a:xfrm>
          <a:prstGeom prst="rect">
            <a:avLst/>
          </a:prstGeom>
          <a:solidFill>
            <a:srgbClr val="060D12"/>
          </a:solidFill>
          <a:ln w="9525">
            <a:solidFill>
              <a:srgbClr val="10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1937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B6F6"/>
                </a:solidFill>
                <a:latin typeface="Calibri"/>
              </a:rPr>
              <a:t>PROD-4498 ← auth-service v6.0.0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54126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Redis migration. No rollback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18288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A68C8"/>
                </a:solidFill>
                <a:latin typeface="Courier New"/>
              </a:rPr>
              <a:t>COMPLIANCE (9)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2176272"/>
            <a:ext cx="3840480" cy="566928"/>
          </a:xfrm>
          <a:prstGeom prst="rect">
            <a:avLst/>
          </a:prstGeom>
          <a:solidFill>
            <a:srgbClr val="0C0810"/>
          </a:solidFill>
          <a:ln w="9525">
            <a:solidFill>
              <a:srgbClr val="20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2176272"/>
            <a:ext cx="54864" cy="56692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22128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1744"/>
                </a:solidFill>
                <a:latin typeface="Courier New"/>
              </a:rPr>
              <a:t>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24688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Sirius: EU data in Malaysia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2834639"/>
            <a:ext cx="3840480" cy="566928"/>
          </a:xfrm>
          <a:prstGeom prst="rect">
            <a:avLst/>
          </a:prstGeom>
          <a:solidFill>
            <a:srgbClr val="0C0810"/>
          </a:solidFill>
          <a:ln w="9525">
            <a:solidFill>
              <a:srgbClr val="20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01000" y="2834639"/>
            <a:ext cx="54864" cy="56692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2871215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1744"/>
                </a:solidFill>
                <a:latin typeface="Courier New"/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12724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Sirius: Breach 'in due course' — no 72h window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3493008"/>
            <a:ext cx="3840480" cy="566928"/>
          </a:xfrm>
          <a:prstGeom prst="rect">
            <a:avLst/>
          </a:prstGeom>
          <a:solidFill>
            <a:srgbClr val="0C0810"/>
          </a:solidFill>
          <a:ln w="9525">
            <a:solidFill>
              <a:srgbClr val="20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01000" y="3493008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2" y="352958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6B35"/>
                </a:solidFill>
                <a:latin typeface="Courier New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378561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Sirius: 5-year lock-in, no exit clause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01000" y="4151376"/>
            <a:ext cx="3840480" cy="566928"/>
          </a:xfrm>
          <a:prstGeom prst="rect">
            <a:avLst/>
          </a:prstGeom>
          <a:solidFill>
            <a:srgbClr val="0C0810"/>
          </a:solidFill>
          <a:ln w="9525">
            <a:solidFill>
              <a:srgbClr val="20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01000" y="4151376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1312" y="41879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6B35"/>
                </a:solidFill>
                <a:latin typeface="Courier New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44439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Sirius: Liability cap 3 months (need 12)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4809744"/>
            <a:ext cx="3840480" cy="566928"/>
          </a:xfrm>
          <a:prstGeom prst="rect">
            <a:avLst/>
          </a:prstGeom>
          <a:solidFill>
            <a:srgbClr val="0C0810"/>
          </a:solidFill>
          <a:ln w="9525">
            <a:solidFill>
              <a:srgbClr val="20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01000" y="4809744"/>
            <a:ext cx="54864" cy="566928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1312" y="484632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1744"/>
                </a:solidFill>
                <a:latin typeface="Courier New"/>
              </a:rPr>
              <a:t>CRITICAL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11312" y="51023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Acme: Breach notification 96h (need 72h)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01000" y="5468112"/>
            <a:ext cx="3840480" cy="566928"/>
          </a:xfrm>
          <a:prstGeom prst="rect">
            <a:avLst/>
          </a:prstGeom>
          <a:solidFill>
            <a:srgbClr val="0C0810"/>
          </a:solidFill>
          <a:ln w="9525">
            <a:solidFill>
              <a:srgbClr val="20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01000" y="5468112"/>
            <a:ext cx="54864" cy="56692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11312" y="55046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+ 4 more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11312" y="5760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view all in GitHub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47673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HOW TO INTEGRATE THIS INTO YOUR ROUTINE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B35"/>
                </a:solidFill>
                <a:latin typeface="Calibri"/>
              </a:rPr>
              <a:t>A suggested daily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76072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02920" cy="868680"/>
          </a:xfrm>
          <a:prstGeom prst="rect">
            <a:avLst/>
          </a:prstGeom>
          <a:solidFill>
            <a:srgbClr val="150A03"/>
          </a:solidFill>
          <a:ln w="9525">
            <a:solidFill>
              <a:srgbClr val="351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993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Open GitHub Issues filtered by ops-agent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395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Filter: label=ops-agent, state=open. Agent runs at 04:17 so overnight incidents are pre-triaged when you arrive.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576072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502920" cy="868680"/>
          </a:xfrm>
          <a:prstGeom prst="rect">
            <a:avLst/>
          </a:prstGeom>
          <a:solidFill>
            <a:srgbClr val="150A03"/>
          </a:solidFill>
          <a:ln w="9525">
            <a:solidFill>
              <a:srgbClr val="351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1089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992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Scan for P0 and P1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4015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Severity is in the issue title. Any open unassigned P0 = first action before anything else.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576072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502920" cy="868680"/>
          </a:xfrm>
          <a:prstGeom prst="rect">
            <a:avLst/>
          </a:prstGeom>
          <a:solidFill>
            <a:srgbClr val="150A03"/>
          </a:solidFill>
          <a:ln w="9525">
            <a:solidFill>
              <a:srgbClr val="351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14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05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Check correlation issues for P0/P1s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407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Filter by agent-correlation. Rollback recommendation in the body if a deploy is the cause.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37760"/>
            <a:ext cx="5760720" cy="86868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37760"/>
            <a:ext cx="502920" cy="868680"/>
          </a:xfrm>
          <a:prstGeom prst="rect">
            <a:avLst/>
          </a:prstGeom>
          <a:solidFill>
            <a:srgbClr val="150A03"/>
          </a:solidFill>
          <a:ln w="9525">
            <a:solidFill>
              <a:srgbClr val="351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1206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010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D8D8"/>
                </a:solidFill>
                <a:latin typeface="Calibri"/>
              </a:rPr>
              <a:t>Check the dashboard for the broader picture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4132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dashboard/index.html — click any chart segment for the underlying issues.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828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CLOSING ISSUES +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148840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203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D8D8"/>
                </a:solidFill>
                <a:latin typeface="Calibri"/>
              </a:rPr>
              <a:t>Incident resolved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245973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Close the GitHub Issue manually. Leave a comment with the resolution.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788920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28437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D8D8"/>
                </a:solidFill>
                <a:latin typeface="Calibri"/>
              </a:rPr>
              <a:t>Compliance remediated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3099815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Close + note contract version updated. Legal team should confirm.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429000"/>
            <a:ext cx="5029200" cy="548640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3483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D8D8"/>
                </a:solidFill>
                <a:latin typeface="Calibri"/>
              </a:rPr>
              <a:t>Severity is wrong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1424" y="373989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Edit the title, leave a comment. Your edit is preserved on re-runs.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096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1744"/>
                </a:solidFill>
                <a:latin typeface="Courier New"/>
              </a:rPr>
              <a:t>WHAT THE AGENT DOES NOT 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40740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4074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Page on-call directly (webhook coming next)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2803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48280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Close resolved issues — you do that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24865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52486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Diagnose issues without a matching runbook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6692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56692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Execute rollbacks — it recommends, you 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60899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1744"/>
                </a:solidFill>
                <a:latin typeface="Calibri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60899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Read live monitoring systems — repo data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9340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Always-On Ops Agent — Ops Team Briefing  |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69340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Courier New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urier New"/>
              </a:rPr>
              <a:t>MAKING IT BETTER — YOUR INPUT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B35"/>
                </a:solidFill>
                <a:latin typeface="Calibri"/>
              </a:rPr>
              <a:t>The agent learns from your feedback.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943600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" cy="8412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933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Wrong runbook match?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377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Tell us the PROD-ID and which runbook should have matched. We update the keyword table in CLAUDE.md.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07792"/>
            <a:ext cx="5943600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07792"/>
            <a:ext cx="54864" cy="841248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906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80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B6F6"/>
                </a:solidFill>
                <a:latin typeface="Calibri"/>
              </a:rPr>
              <a:t>Missed a correlation?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64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Give us the PROD-ID + deploy. We check if the timestamp window or service-area matching needs updating.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95344"/>
            <a:ext cx="5943600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95344"/>
            <a:ext cx="54864" cy="841248"/>
          </a:xfrm>
          <a:prstGeom prst="rect">
            <a:avLst/>
          </a:prstGeom>
          <a:solidFill>
            <a:srgbClr val="BA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968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68C8"/>
                </a:solidFill>
                <a:latin typeface="Calibri"/>
              </a:rPr>
              <a:t>New compliance rule?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3525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Legal adds to compliance-policy.md. Agent picks it up on next run. No code change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82896"/>
            <a:ext cx="5943600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82896"/>
            <a:ext cx="54864" cy="841248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8D8D8"/>
                </a:solidFill>
                <a:latin typeface="Calibri"/>
              </a:rPr>
              <a:t>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956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77777"/>
                </a:solidFill>
                <a:latin typeface="Calibri"/>
              </a:rPr>
              <a:t>New runbook?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53400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Add markdown to runbooks/ + keywords to CLAUDE.md Task 1. Done.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828800"/>
            <a:ext cx="5029200" cy="4800600"/>
          </a:xfrm>
          <a:prstGeom prst="rect">
            <a:avLst/>
          </a:prstGeom>
          <a:solidFill>
            <a:srgbClr val="0A0A0A"/>
          </a:solidFill>
          <a:ln w="9525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9019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Courier New"/>
              </a:rPr>
              <a:t>QUICK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26771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26771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dashboard/index.html (open locally)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7980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Issues 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798064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label:ops-agent is:open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328415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Agent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328415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00:17 · 04:17 · 08:17 · 12:17 · 16:17 · 20:17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85876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Protocol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85876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CLAUDE.md (root of repo)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3891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38912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compliance-policy.md (root of repo)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91947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Runbooks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491947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runbooks/ (add new ones here)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544982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Cron TTL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5449823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7 days — renew before expiry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980175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ourier New"/>
              </a:rPr>
              <a:t>Feedback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5980175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Open a PR against CLAUDE.md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