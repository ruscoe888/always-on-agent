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619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Engineering Deep Dive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1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INTERNAL ENGINEERING BRIEF — ALWAYS-ON OPS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676"/>
                </a:solidFill>
                <a:latin typeface="Calibri"/>
              </a:rPr>
              <a:t>What we built, how it works,
what to know before you extend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77777"/>
                </a:solidFill>
                <a:latin typeface="Calibri"/>
              </a:rPr>
              <a:t>This is not a demo. This is the actual system, running every 4 hours. This deck covers architecture decisions, constraints, tradeoffs, and known rough edges so you can extend it without breaking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4903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ruscoe888/always-on-agent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160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Claude Code durable cron (CronCreate)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572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Every 4h at :17 — off-peak, avoids fleet contention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98347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GitHub Issues via gh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9495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.claude/scheduled_tasks.json — 7-day TTL, must renew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238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Engineering Deep Dive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Calibri"/>
              </a:rPr>
              <a:t>Two-layer design: cron prompt +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Key decision: keep the cron prompt minimal (~150 words), push all domain logic into CLAUDE.md. Claude Code reads CLAUDE.md automatically when it enters the repo directory — so the agent inherits the full protocol without the cron prompt growing unbounded.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148840" cy="1508760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54864" cy="1508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90779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CronCreate (durable)
~150-word prompt. Fires every 4h. Tells Claude to cd, git pull, follow CLAUDE.md.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45643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834640"/>
            <a:ext cx="2148840" cy="1508760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2834640"/>
            <a:ext cx="54864" cy="1508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90779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git -C /repo pull
Fetches latest data. Repo = single source of truth.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45643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834640"/>
            <a:ext cx="2148840" cy="1508760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834640"/>
            <a:ext cx="54864" cy="1508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1" y="290779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CLAUDE.md loaded
Severity rubric, runbook keywords, correlation logic, compliance rules, dedup, output format.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345643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2834640"/>
            <a:ext cx="2148840" cy="1508760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59" y="2834640"/>
            <a:ext cx="54864" cy="1508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1" y="290779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gh issue list (dedup)
Queries ops-agent issues. Matches PROD-IDs. Skips duplicates.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9" y="345643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834640"/>
            <a:ext cx="2148840" cy="1508760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2834640"/>
            <a:ext cx="54864" cy="1508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290779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gh issue create
One issue per net-new finding. Labels + structured body with source refs.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solidFill>
            <a:srgbClr val="061006"/>
          </a:solidFill>
          <a:ln w="9525">
            <a:solidFill>
              <a:srgbClr val="18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634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D8D8"/>
                </a:solidFill>
                <a:latin typeface="Calibri"/>
              </a:rPr>
              <a:t>Why not a monolithic prompt? Cron prompts are string literals — unversioned, unreviewed. CLAUDE.md is versioned in git, diffable, PR-reviewable. Changing agent behaviour = a commit.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0857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Engineering Deep Dive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3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PERMISSIONS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Calibri"/>
              </a:rPr>
              <a:t>Why the agent ran without prompting.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Claude Code prompts for any Bash command not in an explicit allowlist. In an unattended cron run, a prompt = a hang. We solved this at two layers: global settings and project settings.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6400800" cy="86868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  <a:latin typeface="Courier New"/>
              </a:rPr>
              <a:t>GLOBAL  ~/.claude/settings.json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Allows git pull, gh issue *, gh label *, gh api, cat, ls, find, echo.
Applies to all Claude Code sessions on this machine, including cron runs.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6400800" cy="86868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4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  <a:latin typeface="Courier New"/>
              </a:rPr>
              <a:t>PROJECT  .claude/settings.json (committed)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Mirrors the same allowlist. Documents requirements for a different machine.
Committed to the repo — visible and reviewable.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09160"/>
            <a:ext cx="6400800" cy="86868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709160"/>
            <a:ext cx="54864" cy="8686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1744"/>
                </a:solidFill>
                <a:latin typeface="Courier New"/>
              </a:rPr>
              <a:t>GAP  — Novel Bash patterns will still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If you add new shell commands to CLAUDE.md, add them to the allowlist first.
The Read tool doesn't need allowlisting — it's not Bash.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715000"/>
            <a:ext cx="6400800" cy="548640"/>
          </a:xfrm>
          <a:prstGeom prst="rect">
            <a:avLst/>
          </a:prstGeom>
          <a:solidFill>
            <a:srgbClr val="100505"/>
          </a:solidFill>
          <a:ln w="9525">
            <a:solidFill>
              <a:srgbClr val="4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7900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Security: Bash(gh issue create*) allows any gh issue create invocation. If the agent reads untrusted data that could influence tool calls, this is a prompt injection surface. Current data (controlled JSON/markdown repo) is low-risk.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828800"/>
            <a:ext cx="4572000" cy="4480560"/>
          </a:xfrm>
          <a:prstGeom prst="rect">
            <a:avLst/>
          </a:prstGeom>
          <a:solidFill>
            <a:srgbClr val="030303"/>
          </a:solidFill>
          <a:ln w="9525">
            <a:solidFill>
              <a:srgbClr val="18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92024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ourier New"/>
              </a:rPr>
              <a:t>~/.claude/settings.json
{
  "permissions": {
    "allow": [
      "Bash(git pull*)",
      "Bash(git -C * pull*)",
      "Bash(gh issue list*)",
      "Bash(gh issue create*)",
      "Bash(gh label list*)",
      "Bash(gh label create*)",
      "Bash(gh api*)",
      "Bash(cat *)",
      "Bash(ls *)",
      "Bash(find *)",
      "Bash(echo *)"
    ]
  }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Engineering Deep Dive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THE AGENT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Calibri"/>
              </a:rPr>
              <a:t>CLAUDE.md is the source of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CLAUDE.md is loaded automatically by Claude Code before any run. Think of it as a system prompt that lives in version control. Extending the agent = committing a change to this file.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6400800" cy="749808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54864" cy="7498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340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Section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  <a:latin typeface="Calibri"/>
              </a:rPr>
              <a:t>Ops Triage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07208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Severity rubric (P0–P3), runbook keyword matching, on-call routing. Same input → same severity label.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6400800" cy="749808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54864" cy="749808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027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Section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B6F6"/>
                </a:solidFill>
                <a:latin typeface="Calibri"/>
              </a:rPr>
              <a:t>Incident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75888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48-hour window, service-area matching, causal chain detection. Depends on ISO 8601 timestamps.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6400800" cy="749808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54864" cy="749808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714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Section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09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68C8"/>
                </a:solidFill>
                <a:latin typeface="Calibri"/>
              </a:rPr>
              <a:t>Compliance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544568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7-rule policy check per contract. References compliance-policy.md at runtime — policy changes reflect immediately.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03520"/>
            <a:ext cx="6400800" cy="749808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54864" cy="749808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4009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Section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77777"/>
                </a:solidFill>
                <a:latin typeface="Calibri"/>
              </a:rPr>
              <a:t>Dedup +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13248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Issue title format, label schema, dedup query logic, run summary. Deterministic — manually testable.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172200"/>
            <a:ext cx="6400800" cy="457200"/>
          </a:xfrm>
          <a:prstGeom prst="rect">
            <a:avLst/>
          </a:prstGeom>
          <a:solidFill>
            <a:srgbClr val="061006"/>
          </a:solidFill>
          <a:ln w="9525">
            <a:solidFill>
              <a:srgbClr val="18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236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D8D8"/>
                </a:solidFill>
                <a:latin typeface="Calibri"/>
              </a:rPr>
              <a:t>Extending: New runbook → update Section 1 keywords. New compliance rule → append to compliance-policy.md + Section 3. New output channel → add Section 4 + allowlist the Bash commands.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1828800"/>
            <a:ext cx="4572000" cy="4846320"/>
          </a:xfrm>
          <a:prstGeom prst="rect">
            <a:avLst/>
          </a:prstGeom>
          <a:solidFill>
            <a:srgbClr val="030303"/>
          </a:solidFill>
          <a:ln w="9525">
            <a:solidFill>
              <a:srgbClr val="18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1920240"/>
            <a:ext cx="4297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ourier New"/>
              </a:rPr>
              <a:t>CLAUDE.md — severity rubric excerpt
## Task 1: Ops Triage
Severity:
- P0: Multiple customers, revenue
       impact, active outage
- P1: Single enterprise customer
       or service degraded
- P2: Intermittent, limited impact
- P3: Feature requests, non-urgent
Runbook keywords:
- auth-502-windows.md
  → 502, login, auth, pool
- cdn-upload-latency.md
  → upload, CDN, slow, image
- payment-service-degraded.md
  → PaymentService, NPE, checkout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18095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Engineering Deep Dive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Calibri"/>
              </a:rPr>
              <a:t>What the agent reads — and what it expects.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issues/PROD-XXXX.json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3749039" cy="3474720"/>
          </a:xfrm>
          <a:prstGeom prst="rect">
            <a:avLst/>
          </a:prstGeom>
          <a:solidFill>
            <a:srgbClr val="030303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67712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  <a:latin typeface="Courier New"/>
              </a:rPr>
              <a:t>{
  "id": "PROD-4521",
  "title": "...",
  "status": "open",
  "severity": null,
  "opened_at": "ISO8601",  ← critical
  "reporter": "email",
  "body": "...",
  "comments": []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4243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opened_at must be ISO 8601.
Missing = silent correlation failure.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deploys/recent.json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76272"/>
            <a:ext cx="3749039" cy="3474720"/>
          </a:xfrm>
          <a:prstGeom prst="rect">
            <a:avLst/>
          </a:prstGeom>
          <a:solidFill>
            <a:srgbClr val="030303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267712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  <a:latin typeface="Courier New"/>
              </a:rPr>
              <a:t>{
  "deploys": [{
    "service": "payment-service",
    "version": "v4.8.2",
    "deployed_at": "ISO8601",
    "commit": "9f4a1c8",
    "rollback_available": true,
    "last_known_good": "v4.8.1"
  }]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74243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Manually maintained today.
Next: CI/CD appends on every deploy.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7451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compliance-policy.md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176272"/>
            <a:ext cx="3749039" cy="3474720"/>
          </a:xfrm>
          <a:prstGeom prst="rect">
            <a:avLst/>
          </a:prstGeom>
          <a:solidFill>
            <a:srgbClr val="030303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2267712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  <a:latin typeface="Courier New"/>
              </a:rPr>
              <a:t>## Data residency
EU data must stay in EU.
## Breach notification
≤72 hours from detection.
## Termination
≤90 days notice for convenience.
## Liability cap
≥12 months. Breach not excluded.
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74243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Read at runtime each run.
Update the file = instant policy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171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Engineering Deep Dive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DESIGN DECISIONS — HONEST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Calibri"/>
              </a:rPr>
              <a:t>What we chose and what we gave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874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CHOSEN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1376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ALTERNATIVE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8464" y="1874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WHY WE CHOSE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874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WHAT WE GAVE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76272"/>
            <a:ext cx="11247120" cy="109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04288"/>
            <a:ext cx="11247120" cy="768096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95728"/>
            <a:ext cx="16459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39572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Claude Code durable cron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39572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395728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Zero infra, zero 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395728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7-day TTL. Requires CC running.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16459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320040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GitHub Issues via 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320040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Commit markdown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200400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Issues are actionable + closeable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200400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Issues accumulate. No auto-close.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13632"/>
            <a:ext cx="11247120" cy="768096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05072"/>
            <a:ext cx="16459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Logic 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400507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CLAUDE.md in repo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1376" y="4005072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Embedded in cron prompt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8464" y="4005072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Versioned, reviewable, auto-loaded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4005072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Must cd to correct directory.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09744"/>
            <a:ext cx="16459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Deduplication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480974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gh issue list title-match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51376" y="480974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Local state / 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8464" y="4809744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GitHub is the source of truth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4809744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Slow at &gt;200 issues. Substring match.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22976"/>
            <a:ext cx="11247120" cy="768096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614416"/>
            <a:ext cx="16459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Deploy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12848" y="561441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Manual JSON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614416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Live CI/CD API query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8464" y="5614416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No auth tokens needed in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7072" y="5614416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Stale if deploys not appended manually.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65333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Engineering Deep Dive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KNOWN GAPS AND EXTENSION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Calibri"/>
              </a:rPr>
              <a:t>What to build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1744"/>
                </a:solidFill>
                <a:latin typeface="Courier New"/>
              </a:rPr>
              <a:t>GAPS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5303520" cy="804672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40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2037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D8D8"/>
                </a:solidFill>
                <a:latin typeface="Calibri"/>
              </a:rPr>
              <a:t>7-day cron TTL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511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Auto-expires — requires manual renewal. Fix: self-renewal cron or GitHub 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5303520" cy="804672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546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1181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D8D8"/>
                </a:solidFill>
                <a:latin typeface="Calibri"/>
              </a:rPr>
              <a:t>Deploy data is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4655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deploys/recent.json is hand-maintained. CI/CD should append on every deploy.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5303520" cy="804672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06907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03250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D8D8"/>
                </a:solidFill>
                <a:latin typeface="Calibri"/>
              </a:rPr>
              <a:t>Dedup degrades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3799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gh issue list --limit 200. Beyond 200: add pagination or a state file.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92040"/>
            <a:ext cx="5303520" cy="804672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98347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94690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D8D8"/>
                </a:solidFill>
                <a:latin typeface="Calibri"/>
              </a:rPr>
              <a:t>No P0 escalation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52943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Agent files a GitHub Issue for a P0. Needs a Slack/PagerDuty webhook.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  <a:latin typeface="Courier New"/>
              </a:rPr>
              <a:t>EXTENSION POINTS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148840"/>
            <a:ext cx="5303520" cy="804672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2148840"/>
            <a:ext cx="54864" cy="8046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240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20370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  <a:latin typeface="Calibri"/>
              </a:rPr>
              <a:t>New runbooks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5511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Add markdown to runbooks/ + keywords to CLAUDE.md Task 1. Done.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063240"/>
            <a:ext cx="5303520" cy="804672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063240"/>
            <a:ext cx="54864" cy="8046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1546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11810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  <a:latin typeface="Calibri"/>
              </a:rPr>
              <a:t>New compliance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4655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Append to compliance-policy.md + add check to CLAUDE.md Task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977639"/>
            <a:ext cx="5303520" cy="804672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3977639"/>
            <a:ext cx="54864" cy="8046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06907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032503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  <a:latin typeface="Calibri"/>
              </a:rPr>
              <a:t>New output channels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3799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Add Task 4 to CLAUDE.md with channel logic. Allowlist the Bash commands.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892040"/>
            <a:ext cx="5303520" cy="804672"/>
          </a:xfrm>
          <a:prstGeom prst="rect">
            <a:avLst/>
          </a:prstGeom>
          <a:solidFill>
            <a:srgbClr val="101010"/>
          </a:solidFill>
          <a:ln w="9525">
            <a:solidFill>
              <a:srgbClr val="182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4892040"/>
            <a:ext cx="54864" cy="8046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98347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946903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  <a:latin typeface="Calibri"/>
              </a:rPr>
              <a:t>Real-time trigger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2943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Wire GitHub webhook on issue creation to trigger the agent immediately via gh workflow dispatch.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Engineering Deep Dive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FOR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Calibri"/>
              </a:rPr>
              <a:t>Open questions for the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1247120" cy="82296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659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2938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D8D8"/>
                </a:solidFill>
                <a:latin typeface="Calibri"/>
              </a:rPr>
              <a:t>Who owns CLAUDE.md?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929384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Any engineer can PR a change. Unreviewed changes to the severity rubric or dedup logic could cause mis-triage or duplicates. Should it require a designated reviewer?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07208"/>
            <a:ext cx="11247120" cy="82296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898648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8620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D8D8"/>
                </a:solidFill>
                <a:latin typeface="Calibri"/>
              </a:rPr>
              <a:t>Where should the cron live long-term?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62072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Currently tied to one machine. For production reliability: GitHub Actions, Lambda, or managed Claude API scheduled invocation. Each has different auth and cost profiles.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39896"/>
            <a:ext cx="11247120" cy="82296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31335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9475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D8D8"/>
                </a:solidFill>
                <a:latin typeface="Calibri"/>
              </a:rPr>
              <a:t>How do we validate agent output quality?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794759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Severity assignments are LLM outputs — plausible but not guaranteed correct. Should there be a human review gate before P0 issues page on-call?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72583"/>
            <a:ext cx="11247120" cy="82296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764023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727447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D8D8"/>
                </a:solidFill>
                <a:latin typeface="Calibri"/>
              </a:rPr>
              <a:t>Is the prompt injection surface acceptable?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727447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Agent reads issue bodies from a controlled repo. If anyone can write to the repo, they can craft an issue body that attempts to manipulate tool calls.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605272"/>
            <a:ext cx="11247120" cy="82296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696712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018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56601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D8D8"/>
                </a:solidFill>
                <a:latin typeface="Calibri"/>
              </a:rPr>
              <a:t>What's the rollback story?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66013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If the agent files 50 incorrect issues due to a bad CLAUDE.md change, there's no bulk-close command. Should we add a cleanup script?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